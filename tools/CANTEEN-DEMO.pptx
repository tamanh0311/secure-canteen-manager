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2011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CỘNG HÒA XÃ HỘI CHỦ NGHĨA VIỆT NAM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Độc lập – Tự do – Hạnh phúc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mềm Quản lý Căn-teen Trại Giam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 liệu Giới thiệu Chức năng – Phiên bản 1.0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Tháng 9 năm 2026   |   Bảo mật nội bộ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lục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 Trình bày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16736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16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627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Đăng nhập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75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Kiosk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Kiosk Phạm nhân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46320" y="1316736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16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1627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(Dashboard)  ·  Danh sách Đơn hàng  ·  Tổng hợp Bếp / Kho  ·  Quầy Thu ngân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46320" y="1975104"/>
            <a:ext cx="310896" cy="3108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75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Danh mục Hàng hóa  ·  Kiểm toán Tài khoản  ·  Cấu hình Thanh toán  ·  Phiếu Giao hàng (Vouchers)  ·  Quản lý Cán bộ  ·  Hồ sơ Phạm nhân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hệ thống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Tổng thể Hệ thống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1737360" cy="1005840"/>
          </a:xfrm>
          <a:prstGeom prst="rect">
            <a:avLst/>
          </a:prstGeom>
          <a:solidFill>
            <a:srgbClr val="2E74B5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3807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(React + Nginx)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0391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0" y="1325880"/>
            <a:ext cx="173736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3807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(NestJS)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31720" y="20391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1737360" cy="1005840"/>
          </a:xfrm>
          <a:prstGeom prst="rect">
            <a:avLst/>
          </a:prstGeom>
          <a:solidFill>
            <a:srgbClr val="375623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3807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16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43400" y="20391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09360" y="1325880"/>
            <a:ext cx="1737360" cy="1005840"/>
          </a:xfrm>
          <a:prstGeom prst="rect">
            <a:avLst/>
          </a:prstGeom>
          <a:solidFill>
            <a:srgbClr val="2E74B5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3807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OMR 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(Python/ONNX)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55080" y="20391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1737360" cy="100584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7523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Scanner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(PaddleOCR)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4107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2697480"/>
            <a:ext cx="1737360" cy="1005840"/>
          </a:xfrm>
          <a:prstGeom prst="rect">
            <a:avLst/>
          </a:prstGeom>
          <a:solidFill>
            <a:srgbClr val="595959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31720" y="27523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(File bridge)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34107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97680" y="2697480"/>
            <a:ext cx="173736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43400" y="27523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Electron 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(Windows)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43400" y="34107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09360" y="2697480"/>
            <a:ext cx="1737360" cy="1005840"/>
          </a:xfrm>
          <a:prstGeom prst="rect">
            <a:avLst/>
          </a:prstGeom>
          <a:solidFill>
            <a:srgbClr val="595959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27523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Samba Share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(Scanner HW)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34107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:445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11680" y="1828800"/>
            <a:ext cx="2743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023360" y="1828800"/>
            <a:ext cx="2743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035040" y="1828800"/>
            <a:ext cx="2743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Triển khai hoàn toàn cách ly mạng (air-gapped) — không kết nối Internet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Kiến trúc hệ thống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91440" cy="16459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0" y="4507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Đăng nhập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 đăng nhập với tên tài khoản và mật khẩu.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/login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JWT HS256, hết hạn 12 giờ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Tự động đăng xuất khi token hết hạn (401)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Mã hóa mật khẩu bcrypt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Trang Đăng nhập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91440" cy="16459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Kiosk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0" y="4507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Kiosk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Kiosk Phạm nhân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kiosk công cộng để phạm nhân duyệt menu và đặt hàng mà không cần đăng nhập.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/canteen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Không yêu cầu đăng nhập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Hiển thị danh mục hàng hóa hiện hành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Phát hiện đặt hàng trùng lặp (409)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canteen-kio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Kiosk Phạm nhân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91440" cy="16459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0" y="4507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(Dashboard)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Màn hình tổng quan hiển thị thống kê và trạng thái hệ thống.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/dashboard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Thống kê tổng quan hệ thống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Phân vùng theo khu vực phụ trách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0" descr="D:\pet\carteen\tools\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Tổng quan (Dashboard)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Danh sách Đơn hàng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Danh sách tất cả đơn hàng với bộ lọc theo ngày, khu vực và trạng thái.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/orders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Lọc theo ngày, khu vực, trạng thái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Trạng thái: PENDING → PAID / REJECTED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 phiếu đặt hàng theo lô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or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Danh sách Đơn hàng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Bếp / Kho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số lượng từng mặt hàng theo ngày lĩnh hàng cho bộ phận bếp.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/kitchen-summary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Tổng hợp số lượng từng mặt hàng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Theo ngày lĩnh hàng (collection date)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Phục vụ bộ phận bếp và kho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kitchen-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Tổng hợp Bếp / Kho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hành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Quầy Thu ngân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thu ngân: duyệt/từ chối đơn hàng, nạp tiền tài khoản phạm nhân.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/counter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Duyệt / từ chối / thay thế đơn hàng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Nạp tiền tài khoản phạm nhân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Ghi nhận phương thức thanh toán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cou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Quầy Thu ngân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91440" cy="16459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0" y="4507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Danh mục Hàng hóa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CRUD danh mục hàng hóa: tên, giá, mã, trạng thái.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/menu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CRUD hàng hóa: tên, giá, mã, trạng thái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Phiên bản danh mục ký SHA-256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Đồng bộ với máy quét OMR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menu-conf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Quản lý Danh mục Hàng hóa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toán Tài khoản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sổ cái tài khoản và lịch sử giao dịch phạm nhân.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/audit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Sổ cái bất biến (insert-only)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Lịch sử đầy đủ debit/credit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Tra cứu theo phạm nhân / ngày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au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Kiểm toán Tài khoản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Cấu hình Thanh toán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Bật/tắt phương thức thanh toán chuyển khoản ngân hàng.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/payment-config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Bật/tắt thanh toán ngân hàng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Thanh toán tiền mặt luôn bật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0" descr="D:\pet\carteen\tools\screenshots\payment-conf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Cấu hình Thanh toán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Phiếu Giao hàng (Vouchers)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và in phiếu giao hàng tổng hợp theo ngày lĩnh.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/vouchers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Tổng hợp đơn đã thanh toán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Ảnh chụp số dư tại thời điểm tạo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 phiếu giao hàng chuẩn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vouch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Phiếu Giao hàng (Vouchers)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Cán bộ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CRUD tài khoản cán bộ: vai trò, khu vực phụ trách.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/operators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CRUD tài khoản cán bộ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Gán vai trò ADMIN/OPERATOR/CASHIER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Phân khu vực phụ trách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opera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Quản lý Cán bộ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Cài đặt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3291840" cy="43251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594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Hồ sơ Phạm nhân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926080" cy="3657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53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 cứu hồ sơ phạm nhân theo mã lưu ký hoặc buồng giam.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834640"/>
            <a:ext cx="29260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852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Đường dẫn: /prisoner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32735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Tra cứu theo mã lưu ký / buồng giam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Đồng bộ từ SQL Server 2005 (tùy chọn)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37856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Xem lịch sử đơn hàng và số dư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3864" y="557784"/>
            <a:ext cx="5623560" cy="4233672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D:\pet\carteen\tools\screenshots\priso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521208"/>
            <a:ext cx="5623560" cy="42336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521208"/>
            <a:ext cx="5623560" cy="4233672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   |   Hồ sơ Phạm nhân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94767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quý vị đã theo dõi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mềm Quản lý Căn-teen Trại Giam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743200"/>
            <a:ext cx="54864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 liệu mang tính bảo mật nội bộ.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Nghiêm cấm sao chép, phát tán khi chưa được phép.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EEA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Căn-teen Trại Giam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Canteen Management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mềm Quản lý Căn-teen Trại Giam</dc:title>
  <dc:subject>Tài liệu Giới thiệu Chức năng</dc:subject>
  <dc:creator>Bộ Công An – Cục Quản lý Trại Giam</dc:creator>
  <cp:lastModifiedBy>Bộ Công An – Cục Quản lý Trại Giam</cp:lastModifiedBy>
  <cp:revision>1</cp:revision>
  <dcterms:created xsi:type="dcterms:W3CDTF">2026-09-12T06:33:33Z</dcterms:created>
  <dcterms:modified xsi:type="dcterms:W3CDTF">2026-09-12T06:33:33Z</dcterms:modified>
</cp:coreProperties>
</file>